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60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2286000"/>
            <a:ext cx="7315200" cy="7315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0" y="-1188720"/>
            <a:ext cx="5029200" cy="5029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20040" y="384048"/>
            <a:ext cx="64008" cy="1965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12064" y="347472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12064" y="12801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Objetos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12064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revisão completa com Java e JavaScript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 ·  Atributos  ·  Métodos  ·  Objetos  ·  Construtores  ·  Herança  ·  Interfaces  ·  Padrões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" y="3566160"/>
            <a:ext cx="137160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12064" y="35661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3566160"/>
            <a:ext cx="1920240" cy="40233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011680" y="3566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Review  ·  Java &amp; JavaScript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Orientação a Objetos?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de programação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organiza o código em torno de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estruturas que combinam </a:t>
            </a: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(atributos)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(métodos).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44752"/>
            <a:ext cx="2020824" cy="340156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" y="1444752"/>
            <a:ext cx="2020824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56616" y="16093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" y="219456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" y="2743200"/>
            <a:ext cx="1764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a complexidade interna. Expõe apenas o que é necessário para o uso.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50592" y="1444752"/>
            <a:ext cx="2020824" cy="3401568"/>
          </a:xfrm>
          <a:prstGeom prst="rect">
            <a:avLst/>
          </a:prstGeom>
          <a:solidFill>
            <a:srgbClr val="DBEA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450592" y="1444752"/>
            <a:ext cx="2020824" cy="1097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578608" y="16093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78608" y="219456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2743200"/>
            <a:ext cx="1764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os dados internos. Acesso controlado por métodos públicos.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72584" y="1444752"/>
            <a:ext cx="2020824" cy="3401568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672584" y="1444752"/>
            <a:ext cx="2020824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00600" y="16093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743200"/>
            <a:ext cx="1764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filha herda atributos e comportamentos da classe pai.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94576" y="1444752"/>
            <a:ext cx="2020824" cy="3401568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894576" y="1444752"/>
            <a:ext cx="2020824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022592" y="16093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22592" y="219456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22592" y="2743200"/>
            <a:ext cx="1764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método se comporta de formas diferentes conforme o objeto.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Classe?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Molde/planta para criação de objetos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estrutura (atributos) e o comportamento (métodos)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ocupa memória por si só — apenas descreve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uma classe podem existir muitos objetos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Palavra-chave: class (Java e JS)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352044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" y="3977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r>
              <a:rPr lang="en-US" sz="12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é a planta de uma casa. O objeto é a casa construída!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Classe em Java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idade;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emitirSom()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System.out.println("Som...");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Classe em JavaScript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idade;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emitirSom()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console.log("Som...");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Atributos?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descrevem o estado de um objeto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chamados de: campos (Java), propriedades (JS)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acesso livre  |  private: só na classe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pertence à classe, não ao objeto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(Java) / const fora de classe: imutável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352044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" y="3977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private + getters/setters para proteger e controlar o acesso aos seus dados.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Atributos em Java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 String nome;        // qualquer um acessa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   idade;       // só a classe acessa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String cor;       // classe + filhas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 int    total = 0;   // da classe, não do obj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  String reino = "Animalia"; // imutável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Atributos em JavaScript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nome;                   // público (padrão)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#idade;                 // # = privado (ES2022)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 = 'desconhecida';   // valor padrão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total = 0;       // da classe, não do obj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Acessando atrib. privado dentro da classe: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getIdade() { return this.#idade;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setIdade(v) { if(v &gt;= 0) this.#idade = v;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— Conceito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Métodos?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Comportamentos/ações que um objeto pode executar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funções definidas dentro da classe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ler e modificar atributos do objeto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receber dados (parâmetros) e retornar valores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Especiais: construtor, getter, setter, static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352044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" y="3977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SRP: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deve ter uma única responsabilidade bem definida (Single Responsibility Principle).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em Java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void = sem retorno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emitirSom()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System.out.println("Som!");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 e setter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getNome() { return nome;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  setNome(String n) { nome=n;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em JavaScript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#nome;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emitirSom() { console.log('Som!');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 e Setter (métodos especiais)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 nome()    { return this.#nome;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 nome(val) { this.#nome = val; 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Método estático (pertence à classe)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criar(n) { return new Animal(n);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— Parâmetros e Retorno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Métodos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1188720"/>
            <a:ext cx="3364992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66928" y="1188720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Executa ação, sem retornar valor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1901952"/>
            <a:ext cx="336499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6928" y="1901952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retorno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Retorna um valor (int, String, boolean...)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2615184"/>
            <a:ext cx="3364992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66928" y="2615184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params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Recebe dados de entrada para processar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3328416"/>
            <a:ext cx="3364992" cy="64008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66928" y="3328416"/>
            <a:ext cx="3182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Java: mesmo nome, parâmetros diferentes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4160520"/>
            <a:ext cx="352044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" y="4160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tip: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parâmetros padrão (default params) para tornar argumentos opcionais.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Java: parâmetros, retorno e overloading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Calculadora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void — sem retorno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mostrar(String msg)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System.out.println(msg);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retorna int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somar(int a, int b) { return a + b;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overloading: mesmo nome, params diferentes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somar(double a, double b) { return a+b;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JavaScript: params, retorno e default params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Calculadora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sem retorno (void implícito)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mostrar(msg) { console.log(msg);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retorna valor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somar(a, b) { return a + b;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parâmetros padrão (default params)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cumprimentar(nome, vezes = 1)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`Olá, ${nome}! `.repeat(vezes);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 Instâncias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Objeto?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concreta criada a partir de uma classe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espaço na memória (heap)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é independente dos demais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com a palavra-chave new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objetos podem existir de uma mesma classe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3520440" cy="82296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" y="3977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vs Objeto: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"Animal" é a classe. "Rex" (um cachorro específico) é o objeto!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Criando e usando objetos em Java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meuCao  = new Animal();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meuCao.nome    = "Rex";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meuCao.emitirSom();  // Som!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Objetos são independentes entre si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meuGato = new Animal();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meuGato.nome   = "Mimi";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meuCao e meuGato são objetos diferentes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Criando e usando objetos em JavaScript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meuCao  = new Animal();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meuCao.nome   = "Rex";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meuCao.emitirSom(); // Som!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Objetos são independentes entre si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meuGato = new Animal();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meuGato.nome  = "Mimi";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meuCao e meuGato são objetos diferentes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Construtor?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especial chamado ao criar o objeto (new)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os atributos com valores iniciais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mesmo nome da classe, sem tipo de retorno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sobrecarga — vários construtores possíveis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JS: método constructor() com defaults opcionais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352044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" y="3977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this: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o próprio objeto. Em Java, </a:t>
            </a: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this()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encadeia construtores.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Construtores em Java (sobrecarga)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Animal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 int idade;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Construtor padrão (sem args)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Animal()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this("Sem nome", 0); // encadeia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Construtor parametrizado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Animal(String nome, int idade)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this.nome = nome; this.idade = idade;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new Animal();           // padrão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b = new Animal("Rex", 3);   // parametrizado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Construtor em JavaScript (default params)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Parâmetros com valores padrão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constructor(nome = "Sem nome", idade = 0)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this.nome  = nome;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this.idade = idade;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new Animal();           // padrão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new Animal("Rex", 3);  // parametrizado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new Animal("Mimi");    // só nome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Herança?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filha herda atributos e métodos da pai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"É um" (is-a): Cachorro É UM Animal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Palavra-chave: extends (Java e JS)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chama o construtor da classe pai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sobrescrever (override) métodos herdados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703320"/>
            <a:ext cx="1463040" cy="32004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4023360"/>
            <a:ext cx="457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24688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4572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971800" y="4315968"/>
            <a:ext cx="4572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20040" y="4480560"/>
            <a:ext cx="1005840" cy="301752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0040" y="44805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Cachorro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84248" y="4480560"/>
            <a:ext cx="1078992" cy="301752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984248" y="4480560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Herança em Java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Cachorro extends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raca;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Cachorro(String n, int i, String r)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super(n, i); // chama o pai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this.raca = r;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emitirSom()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System.out.println("Au Au!");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Herança em JavaScript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Cachorro extends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raca;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constructor(nome, idade, raca)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super(nome, idade); // chama o pai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this.raca = raca;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emitirSom() { // sobrescreve o pai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console.log("Au Au!");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new Cachorro("Rex", 3, "Labrador");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4114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7589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Interfaces?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364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um "contrato": especifica O QUE fazer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define a implementação (o COMO)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keyword interface + implements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JS: sem interface nativa — usa "duck typing"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suporte completo a interfaces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352044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" y="3977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anda como pato e grasna como pato, então é um pato." — JS confia no contrato implícito.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9080" y="758952"/>
            <a:ext cx="475488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069080" y="758952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60520" y="758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97096" y="1014984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 em Java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Nadavel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nadar(); // obrigatório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void mergulhar()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System.out.println("Mergulho!");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Pato extends Animal implements Nadavel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nadar()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System.out.println("Nadando!");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2862072"/>
            <a:ext cx="4754880" cy="20299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2862072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60520" y="2862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3118104"/>
            <a:ext cx="4498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 — sem interface nativa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Duck typing: basta ter os métodos!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Pato extends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nadar()     { console.log('Nadando!');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mergulhar() { console.log('Mergulho!');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TypeScript suporta interfaces: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 Nadavel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nadar(): void;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mergulhar(): void;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Projeto — OOP na Prática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soluções reutilizáveis para problemas comuns — possíveis graças aos pilares da OOP.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2706624" cy="36118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56032" y="1280160"/>
            <a:ext cx="270662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65760" y="1435608"/>
            <a:ext cx="12344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Criacional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uma classe tenha apenas UMA instância e provê acesso global a ela.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620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" y="3200400"/>
            <a:ext cx="2560320" cy="15819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29184" y="3200400"/>
            <a:ext cx="1371600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20624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23042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Java: Singleton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DB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DB inst;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DB() {} // privado!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DB get()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(inst == null) inst = new DB();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inst;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63824" y="1280160"/>
            <a:ext cx="2706624" cy="361188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163824" y="1280160"/>
            <a:ext cx="2706624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273552" y="1435608"/>
            <a:ext cx="12344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273552" y="1435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Criacional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73552" y="17556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73552" y="21762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objetos sem especificar a classe exata. Delega a criação a um método ou subclasse.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73552" y="28620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+ Abstração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36976" y="3200400"/>
            <a:ext cx="2560320" cy="15819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236976" y="3200400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28416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64992" y="3456432"/>
            <a:ext cx="23042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JS: Factory Method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AnimalFactory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criar(tipo)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(tipo === 'cao')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new Cachorro();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(tipo === 'gato')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new Gato();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Error('Inválido');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71616" y="1280160"/>
            <a:ext cx="2706624" cy="3611880"/>
          </a:xfrm>
          <a:prstGeom prst="rect">
            <a:avLst/>
          </a:prstGeom>
          <a:solidFill>
            <a:srgbClr val="DBEA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071616" y="1280160"/>
            <a:ext cx="2706624" cy="91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181344" y="1435608"/>
            <a:ext cx="1234440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181344" y="1435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81344" y="17556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81344" y="21762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dependência um-para-muitos. Quando um objeto muda, todos os dependentes são notificados.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81344" y="28620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+ Polimorfismo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3200400"/>
            <a:ext cx="2560320" cy="15819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144768" y="3200400"/>
            <a:ext cx="13716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236208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72784" y="3456432"/>
            <a:ext cx="23042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JS: Observer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Evento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#ouvintes = [];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ouvir(fn)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this.#ouvintes.push(fn);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emitir(dados) {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this.#ouvintes.forEach(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fn =&gt; fn(dados));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— Conceitos Revisados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43200" cy="1920240"/>
          </a:xfrm>
          <a:prstGeom prst="rect">
            <a:avLst/>
          </a:prstGeom>
          <a:solidFill>
            <a:srgbClr val="EDE9FE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7432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que define a estrutura e o comportamento de objetos.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5264" y="749808"/>
            <a:ext cx="2743200" cy="1920240"/>
          </a:xfrm>
          <a:prstGeom prst="rect">
            <a:avLst/>
          </a:prstGeom>
          <a:solidFill>
            <a:srgbClr val="DBEA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55264" y="749808"/>
            <a:ext cx="2743200" cy="91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364992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64992" y="14630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18928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descrevem o estado de cada objeto da classe.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749808"/>
            <a:ext cx="2743200" cy="192024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254496" y="749808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4224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14630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64224" y="18928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que os objetos executam — com parâmetros e retorno.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2898648"/>
            <a:ext cx="2743200" cy="192024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56032" y="2898648"/>
            <a:ext cx="274320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04164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concreta criada a partir de uma classe via new.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55264" y="2898648"/>
            <a:ext cx="2743200" cy="1920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255264" y="2898648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6499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64992" y="36118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64992" y="404164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filha reutiliza e estende o código da classe pai (extends).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54496" y="2898648"/>
            <a:ext cx="2743200" cy="1920240"/>
          </a:xfrm>
          <a:prstGeom prst="rect">
            <a:avLst/>
          </a:prstGeom>
          <a:solidFill>
            <a:srgbClr val="DBEA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254496" y="2898648"/>
            <a:ext cx="2743200" cy="91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364224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64224" y="36118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64224" y="404164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que especifica O QUE implementar. Java: interface. JS: duck typing.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731520" y="-457200"/>
            <a:ext cx="3657600" cy="36576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759952" y="457200"/>
            <a:ext cx="64008" cy="1965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revisou hoje: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401568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68496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9684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2834640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Parâmetros/Retorno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3401568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657600" y="34015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968496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657600" y="39684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2834640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83680" y="28346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3401568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583680" y="34015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968496"/>
            <a:ext cx="242316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583680" y="39684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Review  ·  Java &amp; JavaScript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2122</Words>
  <Application>Microsoft Macintosh PowerPoint</Application>
  <PresentationFormat>Apresentação na tela (16:9)</PresentationFormat>
  <Paragraphs>378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Orientação a Objetos - Revisão Completa</dc:title>
  <dc:subject>PptxGenJS Presentation</dc:subject>
  <dc:creator>PptxGenJS</dc:creator>
  <cp:lastModifiedBy>Ramon Dos Santos Lummertz</cp:lastModifiedBy>
  <cp:revision>1</cp:revision>
  <dcterms:created xsi:type="dcterms:W3CDTF">2026-03-25T13:13:06Z</dcterms:created>
  <dcterms:modified xsi:type="dcterms:W3CDTF">2026-03-25T13:18:33Z</dcterms:modified>
</cp:coreProperties>
</file>